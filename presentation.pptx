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Pause after the $11 million statistic to let it sink in—this creates immediate urgency</a:t>
            </a:r>
          </a:p>
          <a:p>
            <a:r>
              <a:t>• Emphasize 'what you don't know is hurting you' angle to create curiosity about their current blind spots</a:t>
            </a:r>
          </a:p>
          <a:p>
            <a:r>
              <a:t>• Position this as a strategic business issue, not just an HR operational challenge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Ask your finance team about the true cost of payroll corrections and dispute resolution - most organizations underestimate this hidden expense by 300%</a:t>
            </a:r>
          </a:p>
          <a:p>
            <a:r>
              <a:t>• Consider the executive time lost when Department of Labor audits reveal inadequate timekeeping records - are you confident in your current documentation standards?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Emphasize transformation from reactive workforce management to proactive strategic planning through real-time insights</a:t>
            </a:r>
          </a:p>
          <a:p>
            <a:r>
              <a:t>• Connect back to pain points of manual processes, compliance risks, and lack of visibility across distributed teams</a:t>
            </a:r>
          </a:p>
          <a:p>
            <a:r>
              <a:t>• Highlight immediate ROI through reduced administrative costs and improved payroll accuracy</a:t>
            </a:r>
          </a:p>
          <a:p>
            <a:r>
              <a:t>• Position as future-ready solution that adapts to evolving workforce models and regulatory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Demonstrate real-time dashboard showing immediate ROI through reduced time fraud and improved productivity metrics</a:t>
            </a:r>
          </a:p>
          <a:p>
            <a:r>
              <a:t>• Show mobile workforce tracking capabilities with live GPS verification and geo-fence violation alerts</a:t>
            </a:r>
          </a:p>
          <a:p>
            <a:r>
              <a:t>• Walk through automated overtime alerts and policy enforcement preventing costly compliance violations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Share how Fortune 500 clients achieved 18-month ROI through payroll fraud elimination alone, saving millions annually</a:t>
            </a:r>
          </a:p>
          <a:p>
            <a:r>
              <a:t>• Quantify the impact: customers report 35% productivity gains and 60% reduction in administrative time within 90 days</a:t>
            </a:r>
          </a:p>
          <a:p>
            <a:r>
              <a:t>• Emphasize peace of mind: automated compliance monitoring eliminates costly labor law violations and audit risks</a:t>
            </a:r>
          </a:p>
          <a:p>
            <a:r>
              <a:t>• Highlight competitive advantage: real-time workforce insights enable proactive decision-making while competitors rely on outdated data</a:t>
            </a:r>
          </a:p>
          <a:p>
            <a:r>
              <a:t>• Position as future-proof investment: cloud-based solution scales with business growth without additional capital expenditure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When discussing alternatives, emphasize our unique combination of health safety integration with workforce management - this dual capability delivers immediate compliance value while reducing vendor complexity</a:t>
            </a:r>
          </a:p>
          <a:p>
            <a:r>
              <a:t>• For scale concerns, highlight our proven track record managing 1,000+ locations with centralized oversight - most solutions require expensive customization to achieve this level of distributed management</a:t>
            </a:r>
          </a:p>
          <a:p>
            <a:r>
              <a:t>• Regarding workforce diversity, position our comprehensive coverage as future-proofing their investment - the modern workforce requires solutions that adapt to changing employment models without platform changes</a:t>
            </a:r>
          </a:p>
          <a:p>
            <a:r>
              <a:t>• For infrastructure discussions, emphasize cost avoidance through existing asset utilization - this approach accelerates deployment while preserving capital investments</a:t>
            </a:r>
          </a:p>
          <a:p>
            <a:r>
              <a:t>• When industry fit is questioned, demonstrate how our sector-specific features deliver faster time-to-value compared to generic solutions requiring extensive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Ask for a 30-minute executive briefing to discuss your specific time management challenges and compliance requirements</a:t>
            </a:r>
          </a:p>
          <a:p>
            <a:r>
              <a:t>• Offer to send a detailed ROI calculator and implementation timeline based on organizations similar to yours</a:t>
            </a:r>
          </a:p>
          <a:p>
            <a:r>
              <a:t>• Propose connecting you with current clients in your industry who can share their SecurTime success stories</a:t>
            </a:r>
          </a:p>
          <a:p>
            <a:r>
              <a:t>• Suggest a follow-up call with our compliance team to address any regulatory concerns specific to your sector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Calibri"/>
              </a:defRPr>
            </a:pPr>
            <a:r>
              <a:t>ADP SecurTime: ADP SecurTime tracks employee attendance in real-time with secure authentication 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66666"/>
                </a:solidFill>
                <a:latin typeface="Calibri"/>
              </a:defRPr>
            </a:pPr>
            <a:r>
              <a:t>Get the right people in the right place, at the right time for the right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6600"/>
                </a:solidFill>
                <a:latin typeface="Calibri"/>
              </a:defRPr>
            </a:pPr>
            <a:r>
              <a:t>ADP SecurTime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Opening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Quantifiable financial impact of workforce management inefficiencies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Gap between perception and reality in current systems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Hidden costs and compliance risks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Opportunity for immediate ROI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Payroll inaccuracies from manual processes averaging 2-8% of total payroll costs annually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Compliance risks and audit exposure from inadequate time tracking documentation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Operational inefficiencies consuming 15-20 hours per pay period on administrative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The Solution: ADP SecurTime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Enterprise-grade platform consolidating all workforce management functions into a single, integrated solution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Real-time visibility and analytics enabling data-driven workforce optimization decisions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Automated compliance management reducing regulatory risk and administrative overhead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Scalable architecture supporting diverse work environments from traditional offices to remote and hybrid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Real-time Workforce Intelligence: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Advanced Fraud Prevention: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Contactless Health-Safe Operations: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Mobile Workforce Control: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Automated Compliance Management: Streamline overtime calculations, leave policies, and approval workflows to ensure consistent labor law compliance while reducing HR administrative burden by up to 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Reduce payroll costs by up to 5% through elimination of time fraud, buddy punching, and ghost employees with biometric authentication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Boost workforce productivity by 35% with real-time attendance visibility and proactive absence management across distributed teams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Streamline payroll processing with automated compliance and direct system integration, eliminating manual errors and labor law risks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Scale effortlessly across 1,000+ locations with cloud-based deployment requiring zero infrastructure investment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Reduce administrative overhead by 60% through automated scheduling, leave approvals, and self-service employee capabilities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Ensure workplace safety compliance with contactless biometric technology including temperature screening and mask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Why ADP SecurTime Delivers Unmatched Enterprise Workforce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Only solution combining contactless biometric attendance with integrated health screening capabilities (mask detection, temperature monitoring, thermal scanning) - essential for maintaining busines...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Proven enterprise architecture supporting 1,000+ distributed locations with unified management, eliminating the complexity and cost inefficiencies of managing multiple point solutions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Comprehensive workforce coverage including gig, contingent, and traditional employees in a single platform - addressing the modern workforce reality that fragments other solutions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Strategic infrastructure preservation through plug-and-play integration with existing biometric systems, protecting prior investments while enabling cloud transformation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Industry-specific optimization delivering targeted ROI for sector-specific challenges rather than generic functionality that requires extensive customization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Transform Your Time Management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Schedule a personalized demonstration with our workforce management specialists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Request a comprehensive ROI analysis tailored to your organization's current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CC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  <a:latin typeface="Calibri"/>
              </a:defRPr>
            </a:pPr>
            <a:r>
              <a:t>Schedule a personalized demonstration with our workforce management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8288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CC"/>
                </a:solidFill>
                <a:latin typeface="Calibri"/>
              </a:defRPr>
            </a:pPr>
            <a:r>
              <a:t>The 30-Second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333333"/>
                </a:solidFill>
                <a:latin typeface="Calibri"/>
              </a:defRPr>
            </a:pPr>
            <a:r>
              <a:t>"ADP SecurTime is a comprehensive workforce management solution that eliminates time fraud and reduces payroll costs by up to 5% through real-time biometric attendance tracking and seamless payroll integration. It empowers HR managers to boost productivity by 35% while effortlessly managing distributed workforces across 1,000+ locations with automated compliance and streamlined processing."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6666"/>
                </a:solidFill>
                <a:latin typeface="Calibri"/>
              </a:defRPr>
            </a:pPr>
            <a:r>
              <a:t>Key Messages: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• Real-time attendance tracking with biometric authentication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• Mobile and cloud-based solution supporting diverse workforce types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• Reduces time fraud and increases workforce productivity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• Supports multiple industries with flexible scheduling options</a:t>
            </a:r>
          </a:p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• Seamless integration with payroll and HR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Calibri"/>
              </a:defRPr>
            </a:pPr>
            <a:r>
              <a:t>ADP SecurTime tracks employee attendance in real-time with secure authentication and automatic payroll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6600"/>
                </a:solidFill>
                <a:latin typeface="Calibri"/>
              </a:defRPr>
            </a:pPr>
            <a:r>
              <a:t>https://in.adp.com/what-we-offer/products/adp-securtime.aspx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